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0i15/78KhUuA1ql/G8E3I85nW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Capstone</a:t>
            </a:r>
            <a:br>
              <a:rPr lang="es-CL"/>
            </a:br>
            <a:r>
              <a:rPr lang="es-CL" sz="3200"/>
              <a:t>“TEP”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[Puente Alto]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86" name="Google Shape;86;p1" title="Logo_pequeño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082" y="5305425"/>
            <a:ext cx="4033825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2"/>
          <p:cNvGrpSpPr/>
          <p:nvPr/>
        </p:nvGrpSpPr>
        <p:grpSpPr>
          <a:xfrm>
            <a:off x="4082926" y="1382434"/>
            <a:ext cx="6781052" cy="3415887"/>
            <a:chOff x="0" y="0"/>
            <a:chExt cx="6781052" cy="3415887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Tiare Vanesa Morán Lepe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Coordinación general del proyecto.</a:t>
              </a:r>
              <a:b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Levantamiento de requerimientos y definición del flujo del sistema.</a:t>
              </a:r>
              <a:b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Documentación técnica (diagramas y modelado).</a:t>
              </a:r>
              <a:b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Edison Aclicio Peralta Riveros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1" marL="91440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funcionalidades del sistema.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b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1" marL="91440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Implementación de lógica de negocio y flujos del proyecto TEP.</a:t>
              </a:r>
              <a:b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1" marL="91440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Apoyo en integración con APIs externas.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Pedro Alejandro Ureta Salvo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BD</a:t>
              </a:r>
              <a:endParaRPr/>
            </a:p>
            <a:p>
              <a:pPr indent="-298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Diseño y mantenimiento del modelo de datos.</a:t>
              </a:r>
              <a:b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Creación de tablas, relaciones y consultas.</a:t>
              </a:r>
              <a:b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Optimización de estructuras y validación de integridad de datos.</a:t>
              </a:r>
              <a:b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 las tiendas gestionan los envíos de forma manual: reciben compras por canales aislados, generan etiquetas copiando datos entre plataformas y depende del encargado llevar físicamente los paquetes al transportista. No existe trazabilidad centralizada, lo que provoca errores, tiempos muertos y poca visibilidad del estado real del envío.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una plataforma integrada que reciba ventas automáticamente, genere etiquetas, asigne transportistas y permita gestionar el seguimiento desde un solo panel. La solución centraliza la información, elimina tareas repetitivas, reduce errores y entrega trazabilidad completa a la tienda.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integral que automatice y centralice la gestión de envíos para tiendas de e-commerce, mejorando la eficiencia operativa y la trazabilidad del proceso logístico.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14525" y="4732399"/>
            <a:ext cx="10962900" cy="182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un modelo de datos para gestionar ventas, clientes y envíos.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módulo de recepción automática de ventas.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etiquetas de manera automatizada según transportista.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módulo de trazabilidad de envíos.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el sistema con APIs de transportistas.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914374" y="1417151"/>
            <a:ext cx="10072800" cy="4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Recibe ventas desde sistemas externos mediante webhook.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etiquetas del transporte.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asignación de transporte.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 el tracking de envíos.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 clientes, tiendas,ventas,etc.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inventario.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genera boletas ni facturas.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 cálculo de tarifas de envíos.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trazabilidad depende de APIs externas.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contempla pagos en línea (solo gestión logística).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RF01 – Recepción de Ventas vía Webhook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RF02 – Validación y registro de pedidos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RF03 – Edición de pedidos antes de la inyección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RF04 – Inyección del pedido al transportista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RF05 – Generación de etiquetas en PDF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RF06 – Impresión y reimpresión de etiquetas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RF07 – Registro de eventos de tracking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RF08 – Consulta del estado del envío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RF09 – Notificaciones por correo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RF10 – Gestión de usuarios y roles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RF11 – Configuración de integraciones (couriers y endpoints)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RF12 – Reportería y exportación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RNF01 – Seguridad de acceso (HTTPS, tokens, roles)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RNF02 – Disponibilidad 24/7 para el webhook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RNF03 – Tiempo de respuesta menor a 3 segundos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RNF04 – Manejo seguro de credenciales de transportistas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RNF05 – Escalabilidad para múltiples ventas por minuto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RNF06 – Logging y auditoría de eventos críticos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RNF07 – Mantenibilidad (arquitectura en capas)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RNF08 – Compatibilidad con APIs REST JSON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Sistema</a:t>
            </a:r>
            <a:endParaRPr/>
          </a:p>
        </p:txBody>
      </p:sp>
      <p:pic>
        <p:nvPicPr>
          <p:cNvPr id="138" name="Google Shape;13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850" y="927100"/>
            <a:ext cx="5230926" cy="423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725714" y="1712687"/>
            <a:ext cx="1082503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100" y="990600"/>
            <a:ext cx="4144475" cy="45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663024" y="937883"/>
            <a:ext cx="10515600" cy="636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del Sistema</a:t>
            </a:r>
            <a:endParaRPr/>
          </a:p>
        </p:txBody>
      </p:sp>
      <p:pic>
        <p:nvPicPr>
          <p:cNvPr id="151" name="Google Shape;15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50" y="937875"/>
            <a:ext cx="4248150" cy="426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57" name="Google Shape;157;p11"/>
          <p:cNvSpPr txBox="1"/>
          <p:nvPr/>
        </p:nvSpPr>
        <p:spPr>
          <a:xfrm>
            <a:off x="757367" y="1558071"/>
            <a:ext cx="9894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2171700"/>
            <a:ext cx="25336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3850" y="2162175"/>
            <a:ext cx="2790825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0850" y="2143125"/>
            <a:ext cx="279082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66" name="Google Shape;166;p12"/>
          <p:cNvSpPr txBox="1"/>
          <p:nvPr/>
        </p:nvSpPr>
        <p:spPr>
          <a:xfrm>
            <a:off x="641252" y="1828016"/>
            <a:ext cx="10861200" cy="44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C# (.NETCORE6):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Lógica del sistema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3.12 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aplicativo de escritorio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Server: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 de datos relacional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 REST / JSON: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Integración con tiendas y transportistas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Studio / VS Code: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Desarrollo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Control de versiones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Postman: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Pruebas de integración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Draw.io: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Diagramas y diseño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Bizagi Modeler: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Modelamiento de procesos (AS-IS / TO-BE)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pic>
        <p:nvPicPr>
          <p:cNvPr id="172" name="Google Shape;1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200" y="1209148"/>
            <a:ext cx="6419850" cy="51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type="title"/>
          </p:nvPr>
        </p:nvSpPr>
        <p:spPr>
          <a:xfrm>
            <a:off x="710252" y="588622"/>
            <a:ext cx="10515600" cy="11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pic>
        <p:nvPicPr>
          <p:cNvPr id="178" name="Google Shape;1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650" y="1421163"/>
            <a:ext cx="10528693" cy="4015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650" y="5436825"/>
            <a:ext cx="10528701" cy="1400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/>
        </p:nvSpPr>
        <p:spPr>
          <a:xfrm>
            <a:off x="565108" y="1372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desarrollado en vivo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